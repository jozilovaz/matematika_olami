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ource Sans 3" panose="020B0604020202020204" charset="0"/>
      <p:regular r:id="rId13"/>
    </p:embeddedFont>
    <p:embeddedFont>
      <p:font typeface="Source Serif 4 Semi Bold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14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ArGis va QGIS dasturida ishlash: Fazoviy obyektlar hosil qilish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836" y="463510"/>
            <a:ext cx="7419737" cy="49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Kirish: GIS nima va nima uchun kerak?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89836" y="1363623"/>
            <a:ext cx="6519743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Geografik axborot tizimlari (GIS) fazoviy ma'lumotlarni boshqarish, tahlil qilish va vizuallashtirish uchun muhim vositadir. Ular real dunyo muammolarini hal qilishda yordam beradi.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9836" y="2324338"/>
            <a:ext cx="651974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Fazoviy ma'lumotlarni boshqarish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9836" y="2652951"/>
            <a:ext cx="651974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Tahlil qilish va modellashtirish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9836" y="2981563"/>
            <a:ext cx="651974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Vizuallashtirish va xaritalash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157" y="1400357"/>
            <a:ext cx="6829243" cy="68292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28441" y="8110776"/>
            <a:ext cx="6519743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ArGis va QGIS – bu sohada eng ko'p qo'llaniladigan dasturlardir. </a:t>
            </a:r>
            <a:r>
              <a:rPr lang="en-US" sz="13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ArGis</a:t>
            </a: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tijorat dasturi bo'lsa, </a:t>
            </a:r>
            <a:r>
              <a:rPr lang="en-US" sz="13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</a:t>
            </a: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bepul va ochiq kodli bo'lib, keng imkoniyatlarni taqdim etadi.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444" y="567452"/>
            <a:ext cx="7940159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ArGis Online va QGIS integratsiyasi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5444" y="1549241"/>
            <a:ext cx="1323951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Zamonaviy GIS ishlari ko'pincha bulut texnologiyalaridan foydalanishni talab qiladi. ArGis Online bulutda ma’lumotlarni boshqarish va ulashish uchun ideal platformadir.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5444" y="2408515"/>
            <a:ext cx="4280654" cy="5253514"/>
          </a:xfrm>
          <a:prstGeom prst="roundRect">
            <a:avLst>
              <a:gd name="adj" fmla="val 19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8304" y="2431375"/>
            <a:ext cx="4234934" cy="596146"/>
          </a:xfrm>
          <a:prstGeom prst="roundRect">
            <a:avLst>
              <a:gd name="adj" fmla="val 9399"/>
            </a:avLst>
          </a:prstGeom>
          <a:solidFill>
            <a:srgbClr val="F0D4F7"/>
          </a:solidFill>
          <a:ln/>
        </p:spPr>
      </p:sp>
      <p:sp>
        <p:nvSpPr>
          <p:cNvPr id="6" name="Text 4"/>
          <p:cNvSpPr/>
          <p:nvPr/>
        </p:nvSpPr>
        <p:spPr>
          <a:xfrm>
            <a:off x="2686764" y="2539365"/>
            <a:ext cx="298013" cy="37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7019" y="3226237"/>
            <a:ext cx="2337911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ArGis Online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7019" y="3637717"/>
            <a:ext cx="3837503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Bulutga asoslangan ma'lumotlarni saqlash, boshqarish va ulashish imkoniyati. Interaktiv xaritalar va ilovalar yaratish.</a:t>
            </a:r>
            <a:endParaRPr lang="en-US" sz="15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19" y="4814888"/>
            <a:ext cx="3837503" cy="26255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74813" y="2408515"/>
            <a:ext cx="4280654" cy="5253514"/>
          </a:xfrm>
          <a:prstGeom prst="roundRect">
            <a:avLst>
              <a:gd name="adj" fmla="val 19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97673" y="2431375"/>
            <a:ext cx="4234934" cy="596146"/>
          </a:xfrm>
          <a:prstGeom prst="roundRect">
            <a:avLst>
              <a:gd name="adj" fmla="val 9399"/>
            </a:avLst>
          </a:prstGeom>
          <a:solidFill>
            <a:srgbClr val="F0D4F7"/>
          </a:solidFill>
          <a:ln/>
        </p:spPr>
      </p:sp>
      <p:sp>
        <p:nvSpPr>
          <p:cNvPr id="12" name="Text 9"/>
          <p:cNvSpPr/>
          <p:nvPr/>
        </p:nvSpPr>
        <p:spPr>
          <a:xfrm>
            <a:off x="7166134" y="2539365"/>
            <a:ext cx="298013" cy="37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396389" y="3226237"/>
            <a:ext cx="2337911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QGIS Integratsiyasi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96389" y="3637717"/>
            <a:ext cx="3837503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 orqali ArGis Online qatlamlarini qo'shish va ularning simvolikasini tiklash mumkin. (Leanne Tough, Ribble Rivers Trust)</a:t>
            </a:r>
            <a:endParaRPr lang="en-US" sz="15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89" y="4814888"/>
            <a:ext cx="3837503" cy="262556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654183" y="2408515"/>
            <a:ext cx="4280654" cy="5253514"/>
          </a:xfrm>
          <a:prstGeom prst="roundRect">
            <a:avLst>
              <a:gd name="adj" fmla="val 19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6BA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7043" y="2431375"/>
            <a:ext cx="4234934" cy="596146"/>
          </a:xfrm>
          <a:prstGeom prst="roundRect">
            <a:avLst>
              <a:gd name="adj" fmla="val 9399"/>
            </a:avLst>
          </a:prstGeom>
          <a:solidFill>
            <a:srgbClr val="F0D4F7"/>
          </a:solidFill>
          <a:ln/>
        </p:spPr>
      </p:sp>
      <p:sp>
        <p:nvSpPr>
          <p:cNvPr id="18" name="Text 14"/>
          <p:cNvSpPr/>
          <p:nvPr/>
        </p:nvSpPr>
        <p:spPr>
          <a:xfrm>
            <a:off x="11645503" y="2539365"/>
            <a:ext cx="298013" cy="37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9875758" y="3226237"/>
            <a:ext cx="2337911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Amaliy Misol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875758" y="3637717"/>
            <a:ext cx="3837503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QGISda ArGis Online qatlamini qo'shish va sozlash orqali real vaqt rejimida ma'lumotlar bilan ishlash.</a:t>
            </a:r>
            <a:endParaRPr lang="en-US" sz="15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758" y="4814888"/>
            <a:ext cx="3837503" cy="2625566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963C2C8-E48F-755E-7BAF-D816706EAAB4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741" y="616506"/>
            <a:ext cx="8606433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QGIS interfeysi va asosiy vositalar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84741" y="1813798"/>
            <a:ext cx="761773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 ning intuitiv interfeysi foydalanuvchilarga ma'lumotlar bilan samarali ishlash imkonini beradi. Har bir panel va vosita aniq funksiyaga ega.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4741" y="2732723"/>
            <a:ext cx="761773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Qatlamlar paneli: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Xaritadagi barcha qatlamlarni boshqarish.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4741" y="3169801"/>
            <a:ext cx="761773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Atributlar jadvali: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Har bir obyektning fazoviy bo'lmagan ma'lumotlarini ko'rish va tahrirlash.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4741" y="3965496"/>
            <a:ext cx="761773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Simvolika: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Obyektlarning vizual ko'rinishini sozlash.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4741" y="4402574"/>
            <a:ext cx="761773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Asboblar paneli: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Turli tahlil va tahrirlash vositalariga tezkor kirish.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072" y="1864281"/>
            <a:ext cx="4896088" cy="4896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4741" y="7264718"/>
            <a:ext cx="1306091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 vektor (nuqta, chiziq, poligon) va raster (tasvirlar, balandlik modellari) ma'lumotlar bilan ishlash uchun keng imkoniyatlarni taqdim etadi.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6C73D4F-56D9-E375-1EDC-B11D2AC31079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759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Fazoviy obyektlar yaratish: Yangi shapefile hosil qilish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6143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QGISda yangi fazoviy ma'lumotlar qatlamini yaratish oddiy jarayon bo'lib, aniq qadamlarni talab qiladi.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266599"/>
            <a:ext cx="239316" cy="2992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7724" y="3642955"/>
            <a:ext cx="63578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837724" y="3823573"/>
            <a:ext cx="325040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Yangi shapefile yaratish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7724" y="4319111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QGISdagi menyudan "Qatlam" -&gt; "Yangi shapefile qatlami yaratish" ni tanlang.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8" y="3266599"/>
            <a:ext cx="239316" cy="2992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34858" y="3642955"/>
            <a:ext cx="63578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0" name="Text 6"/>
          <p:cNvSpPr/>
          <p:nvPr/>
        </p:nvSpPr>
        <p:spPr>
          <a:xfrm>
            <a:off x="7434858" y="3823573"/>
            <a:ext cx="35067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Geometriya turini tanlash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34858" y="4319111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Yaratilayotgan obyekt turini (nuqta, chiziq, poligon) aniqlang. Masalan, bino uchun poligon.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5503902"/>
            <a:ext cx="239316" cy="2992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37724" y="5880259"/>
            <a:ext cx="63578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4" name="Text 9"/>
          <p:cNvSpPr/>
          <p:nvPr/>
        </p:nvSpPr>
        <p:spPr>
          <a:xfrm>
            <a:off x="837724" y="6060877"/>
            <a:ext cx="39697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Koordinata tizimini belgilash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7724" y="6556415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Obyektlarning fazoviy joylashuvini aniqlaydigan koordinata tizimini tanlang (masalan, WGS84).</a:t>
            </a:r>
            <a:endParaRPr lang="en-US" sz="1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858" y="5503902"/>
            <a:ext cx="239316" cy="2992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34858" y="5880259"/>
            <a:ext cx="6357818" cy="3048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8" name="Text 12"/>
          <p:cNvSpPr/>
          <p:nvPr/>
        </p:nvSpPr>
        <p:spPr>
          <a:xfrm>
            <a:off x="7434858" y="6060877"/>
            <a:ext cx="40745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Atribut maydonlarini qo'shish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434858" y="6556415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Obyektga tegishli bo'lgan qo'shimcha ma'lumotlar (masalan, "Nomi", "Turi", "Maydoni") uchun maydonlar yarating.</a:t>
            </a:r>
            <a:endParaRPr lang="en-US" sz="18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76DB127-3384-3257-998B-9F429146FE82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623" y="472678"/>
            <a:ext cx="10004227" cy="50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Amaliy mashq: QGISda maydon chegarasini chizish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1623" y="1390650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Maydon chegarasini aniq chizish va unga tegishli ma'lumotlarni kiritish GISda muhim ko'nikmadir.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1623" y="2095381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QuickMapServices o'rnatish: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 plagin xaritaga fon tasvirlarini, jumladan Google Satellite ni qo'shish imkonini beradi.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1623" y="2705576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 xaritasini qo'shish: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Ma'lumotlarni vizualizatsiya qilish uchun Google Satellite xaritasidan foydalanish.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1623" y="3315772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Chegara chizish: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Yangi yaratilgan poligon qatlamida tahrirlash rejimini yoqib, maydon chegarasini aniq chizing.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1623" y="3925967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Atributlarni kiritish: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Chizilgan obyekt uchun tegishli atribut ma'lumotlarini (masalan, obyekt nomi) kiriting.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1623" y="4536162"/>
            <a:ext cx="650390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O'zgarishlarni saqlash: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Tahrirlash rejimini o'chirib, o'zgarishlarni saqlang.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163" y="1388363"/>
            <a:ext cx="6841237" cy="68412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32489" y="8126611"/>
            <a:ext cx="650390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mashq sizga QGISda fazoviy obyektlarni qanday yaratish va tahrirlashni amaliy jihatdan o'rganishga yordam beradi.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30987"/>
            <a:ext cx="1081956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ArGis va QGISda fazoviy tahlil vositalari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1375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Fazoviy tahlil - bu ma'lumotlar orasidagi geografik munosabatlarni aniqlash va ulardan xulosalar chiqarish jarayoni.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65978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74" y="3123962"/>
            <a:ext cx="337899" cy="422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5559" y="31482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Zonalar kesishishi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643789"/>
            <a:ext cx="55499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Ikki yoki undan ortiq fazoviy qatlamlarning o'zaro kesishgan joylarini aniqlash. Masalan, xavf ostidagi hududlarni belgilash.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64743" y="3065978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93" y="3123962"/>
            <a:ext cx="337899" cy="422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2578" y="31482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Masofa o'lchash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242578" y="3643789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Obyektlar orasidagi masofalarni hisoblash, masalan, xizmat ko'rsatish markazlarining erishish darajasini aniqlash.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837724" y="527161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74" y="5329595"/>
            <a:ext cx="337899" cy="4224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5559" y="5353883"/>
            <a:ext cx="31740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Atributlar bo'yicha filtr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15559" y="5849422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Ma'lum atribut qiymatlariga asoslanib, obyektlarni saralash va tanlash.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7464743" y="527161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4993" y="5329595"/>
            <a:ext cx="337899" cy="4224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42578" y="535388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Tahlil vositalari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242578" y="5849422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 va ArGis Online turli tahlil vositalarini taklif etadi. Masalan, QGISda maydonlarni kesish va yangi qatlam yaratish.</a:t>
            </a:r>
            <a:endParaRPr lang="en-US" sz="18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CAA8633-D596-D67F-A6BD-E8FE5DA8A65E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768" y="486132"/>
            <a:ext cx="11298317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Ko'p foydalanuvchi muhiti va ma'lumotlarni sinxronlash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18768" y="1359575"/>
            <a:ext cx="1339286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Katta loyihalarda bir nechta foydalanuvchining ma'lumotlar bazasini birgalikda tahrirlashi odatiy holdir.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68" y="2040136"/>
            <a:ext cx="6480810" cy="6480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38442" y="2000369"/>
            <a:ext cx="648081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QGIS va ArGis birgalikda ishlashi: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PostGIS kabi markazlashtirilgan ma'lumotlar bazalari orqali ma'lumotlarni birgalikda tahrirlash mumkin.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538442" y="2627948"/>
            <a:ext cx="648081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Multi-user muhitida ehtiyot choralari: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Ma'lumotlarning butunligini ta'minlash uchun zaxira nusxalar va o'zaro to'qnashuvlarni oldini olish mexanizmlari zarur.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8442" y="3255526"/>
            <a:ext cx="648081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GISquirrel vositasi:</a:t>
            </a: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PostGISdagi tahrirlarni boshqarish va sinxronizatsiya qilish uchun foydali vosita.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38442" y="3980378"/>
            <a:ext cx="6480810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usullar ma'lumotlar xavfsizligi va loyiha samaradorligini oshirishga yordam beradi.</a:t>
            </a:r>
            <a:endParaRPr lang="en-US" sz="13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718B410-0613-219A-017B-6EF1C36A85A4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776025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Fazoviy obyektlarni xaritalash va natijalarni taqdim etish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20353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Yaratilgan fazoviy ma'lumotlar vizual jozibador va tushunarli xaritalar shaklida taqdim etilishi kerak.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07580" y="1246346"/>
            <a:ext cx="15240" cy="10087213"/>
          </a:xfrm>
          <a:prstGeom prst="roundRect">
            <a:avLst>
              <a:gd name="adj" fmla="val 329855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6836866" y="1373267"/>
            <a:ext cx="358973" cy="15240"/>
          </a:xfrm>
          <a:prstGeom prst="roundRect">
            <a:avLst>
              <a:gd name="adj" fmla="val 329855"/>
            </a:avLst>
          </a:prstGeom>
          <a:solidFill>
            <a:srgbClr val="D6BADD"/>
          </a:solidFill>
          <a:ln/>
        </p:spPr>
      </p:sp>
      <p:sp>
        <p:nvSpPr>
          <p:cNvPr id="6" name="Shape 4"/>
          <p:cNvSpPr/>
          <p:nvPr/>
        </p:nvSpPr>
        <p:spPr>
          <a:xfrm>
            <a:off x="7180600" y="1246346"/>
            <a:ext cx="269200" cy="269200"/>
          </a:xfrm>
          <a:prstGeom prst="roundRect">
            <a:avLst>
              <a:gd name="adj" fmla="val 1867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0666" y="1275278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5866" y="1287423"/>
            <a:ext cx="169092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QGISda xarita tayyorlash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8862" y="1535192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Yorliqlar, shartli belgilar va simvolika yordamida professional xaritalar yaratish va ularni chop etishga tayyorlash.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2" y="1861185"/>
            <a:ext cx="6297930" cy="430911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34560" y="2091333"/>
            <a:ext cx="358973" cy="15240"/>
          </a:xfrm>
          <a:prstGeom prst="roundRect">
            <a:avLst>
              <a:gd name="adj" fmla="val 329855"/>
            </a:avLst>
          </a:prstGeom>
          <a:solidFill>
            <a:srgbClr val="D6BADD"/>
          </a:solidFill>
          <a:ln/>
        </p:spPr>
      </p:sp>
      <p:sp>
        <p:nvSpPr>
          <p:cNvPr id="12" name="Shape 9"/>
          <p:cNvSpPr/>
          <p:nvPr/>
        </p:nvSpPr>
        <p:spPr>
          <a:xfrm>
            <a:off x="7180600" y="1964412"/>
            <a:ext cx="269200" cy="269200"/>
          </a:xfrm>
          <a:prstGeom prst="roundRect">
            <a:avLst>
              <a:gd name="adj" fmla="val 1867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30666" y="1993344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13608" y="2005489"/>
            <a:ext cx="2391132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ArGis Online’da interaktiv xaritalar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13608" y="2253258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ArGis Online yordamida interaktiv veb-xaritalar yaratish va ularni keng auditoriya bilan bo'lishish.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608" y="2579251"/>
            <a:ext cx="6297930" cy="430911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36866" y="6536531"/>
            <a:ext cx="358973" cy="15240"/>
          </a:xfrm>
          <a:prstGeom prst="roundRect">
            <a:avLst>
              <a:gd name="adj" fmla="val 329855"/>
            </a:avLst>
          </a:prstGeom>
          <a:solidFill>
            <a:srgbClr val="D6BADD"/>
          </a:solidFill>
          <a:ln/>
        </p:spPr>
      </p:sp>
      <p:sp>
        <p:nvSpPr>
          <p:cNvPr id="18" name="Shape 14"/>
          <p:cNvSpPr/>
          <p:nvPr/>
        </p:nvSpPr>
        <p:spPr>
          <a:xfrm>
            <a:off x="7180600" y="6409611"/>
            <a:ext cx="269200" cy="269200"/>
          </a:xfrm>
          <a:prstGeom prst="roundRect">
            <a:avLst>
              <a:gd name="adj" fmla="val 18674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30666" y="6438543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08759" y="6450687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Loyihani yakunlash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8862" y="6698456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Barcha ma'lumotlarni jamlash, tahlillarni umumlashtirish va natijalarni aniq formatda taqdim etish.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62" y="7024449"/>
            <a:ext cx="6297930" cy="4309110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C534FE0-9B39-7134-1FBA-E332BA26CC7E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48740"/>
            <a:ext cx="747891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Xulosa va keyingi qadamlar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3150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ArGis va QGIS birgalikda ishlatilganda fazoviy ma'lumotlarni boshqarish va tahlil qilishda katta imkoniyatlar yaratadi.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183731"/>
            <a:ext cx="718066" cy="7180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4201001"/>
            <a:ext cx="309193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Integratsiyaning kuchi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4696539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Ikkala dasturning afzalliklaridan foydalanib, loyihalarning samaradorligini oshiring.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776" y="3183731"/>
            <a:ext cx="718066" cy="7180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5776" y="4201001"/>
            <a:ext cx="328017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O'rganishni davom etish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55776" y="4696539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Qo'shimcha resurslar, rasmlar va video darsliklar orqali bilimingizni boyiting.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828" y="3183731"/>
            <a:ext cx="718066" cy="7180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3828" y="42010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Savol-javob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3828" y="4696539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O'z savollaringizni bering va o'rganishni yanada chuqurlashtirish uchun tavsiyalarni tinglang.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7724" y="6114812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taqdimot sizga GIS olamiga kirish va fazoviy ma'lumotlar bilan ishlash bo'yicha asosiy ko'nikmalarni egallash uchun birinchi qadam bo'ladi.</a:t>
            </a:r>
            <a:endParaRPr lang="en-US" sz="18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38BCAC9-B341-75DA-7A4A-6D84A05EFC4C}"/>
              </a:ext>
            </a:extLst>
          </p:cNvPr>
          <p:cNvSpPr/>
          <p:nvPr/>
        </p:nvSpPr>
        <p:spPr>
          <a:xfrm>
            <a:off x="12739437" y="7701024"/>
            <a:ext cx="1828800" cy="49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Произвольный</PresentationFormat>
  <Paragraphs>89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Source Serif 4 Semi Bold</vt:lpstr>
      <vt:lpstr>Source Sans 3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Azizbek</cp:lastModifiedBy>
  <cp:revision>2</cp:revision>
  <dcterms:created xsi:type="dcterms:W3CDTF">2025-09-22T06:13:09Z</dcterms:created>
  <dcterms:modified xsi:type="dcterms:W3CDTF">2025-09-22T12:54:22Z</dcterms:modified>
</cp:coreProperties>
</file>