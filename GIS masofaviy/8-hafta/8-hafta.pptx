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Source Sans 3" panose="020B0604020202020204" charset="0"/>
      <p:regular r:id="rId13"/>
    </p:embeddedFont>
    <p:embeddedFont>
      <p:font typeface="Source Serif 4 Semi Bold" panose="020B0604020202020204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9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52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354699"/>
            <a:ext cx="7468553" cy="352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Geoaxborot Texnologiyalarida Sxematik Xaritalash va Ma’lumotlarni Shartli Belgilari Berilishi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6029" y="483989"/>
            <a:ext cx="6247567" cy="517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Geoaxborot Tizimi (GAT) nima?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16029" y="1423988"/>
            <a:ext cx="6484501" cy="845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GAT – tabiat va jamiyat hodisalarining fazoviy ma’lumotlarini to‘plash, saqlash, boshqarish, tahlil qilish va vizualizatsiya qilish uchun mo‘ljallangan dasturiy-apparat majmuasi.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16029" y="2427446"/>
            <a:ext cx="6484501" cy="563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 tizim nafaqat ma’lumotlarni boshqaradi, balki ularning fazoviy munosabatlarini ham tahlil qila oladi.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490" y="1136690"/>
            <a:ext cx="7092910" cy="7092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6029" y="8344138"/>
            <a:ext cx="13398341" cy="563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Dastlab XX asrning 60-yillarida AQSH va Kanadada harbiy maqsadlarda paydo bo‘lgan GAT, bugungi kunda kadastr, shaharsozlik, tabiiy resurslarni boshqarish, atrof-muhit monitoringi va hatto sog‘liqni saqlash kabi sohalarda keng qo‘llanilmoqda.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89742"/>
            <a:ext cx="985825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Xaritalarni raqamlashtirish jarayoni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196697" y="2929890"/>
            <a:ext cx="3799642" cy="239316"/>
          </a:xfrm>
          <a:prstGeom prst="roundRect">
            <a:avLst>
              <a:gd name="adj" fmla="val 4201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7724" y="2690515"/>
            <a:ext cx="718066" cy="718066"/>
          </a:xfrm>
          <a:prstGeom prst="roundRect">
            <a:avLst>
              <a:gd name="adj" fmla="val 6367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2825175"/>
            <a:ext cx="358973" cy="4487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7039" y="3647956"/>
            <a:ext cx="36801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Skanerlash va Georeferanslash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7039" y="4495443"/>
            <a:ext cx="3680103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Qog‘oz xaritalar yuqori aniqlikdagi skanerlar orqali raqamli formatga o‘tkaziladi. Keyin ularga real koordinata tizimi belgilanadi (georeferanslash), bu ularni fazoviy jihatdan aniqlash imkonini beradi.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594747" y="2570798"/>
            <a:ext cx="3799642" cy="239316"/>
          </a:xfrm>
          <a:prstGeom prst="roundRect">
            <a:avLst>
              <a:gd name="adj" fmla="val 4201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35773" y="2331422"/>
            <a:ext cx="718066" cy="718066"/>
          </a:xfrm>
          <a:prstGeom prst="roundRect">
            <a:avLst>
              <a:gd name="adj" fmla="val 6367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320" y="2466082"/>
            <a:ext cx="358973" cy="4487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5089" y="3288863"/>
            <a:ext cx="36801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Vektor va Raster Ma’lumotlarni Yaratish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75089" y="4136350"/>
            <a:ext cx="3680103" cy="3064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Raqamlashtirilgan xaritalardagi ob’ektlar (ko‘chalar, binolar, daryolar) vektor formatda (nuqta, chiziq, poligon) yoki raster formatda (piksellarga asoslangan tasvirlar) ifodalanadi. Bu bosqichda ob'ektlarning chegaralari va xususiyatlari aniq belgilanadi.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9992797" y="2211824"/>
            <a:ext cx="3799761" cy="239316"/>
          </a:xfrm>
          <a:prstGeom prst="roundRect">
            <a:avLst>
              <a:gd name="adj" fmla="val 4201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33823" y="1972449"/>
            <a:ext cx="718066" cy="718066"/>
          </a:xfrm>
          <a:prstGeom prst="roundRect">
            <a:avLst>
              <a:gd name="adj" fmla="val 6367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3369" y="2107109"/>
            <a:ext cx="358973" cy="4487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3139" y="2929890"/>
            <a:ext cx="368022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Ma’lumotlar Bazasiga Joylashtirish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3139" y="3777377"/>
            <a:ext cx="3680222" cy="268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Yaratilgan raqamli ma’lumotlar GAT ma’lumotlar bazasiga kiritiladi. Bu ma'lumotlar keyinchalik tahlil qilish, yangilash va vizualizatsiya qilish uchun tayyor holatga keltiriladi. Har bir ob'ektga tegishli atribut ma'lumotlari biriktiriladi.</a:t>
            </a:r>
            <a:endParaRPr lang="en-US" sz="18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C0FAC84-FDE2-D315-AAC9-04B477B200EA}"/>
              </a:ext>
            </a:extLst>
          </p:cNvPr>
          <p:cNvSpPr/>
          <p:nvPr/>
        </p:nvSpPr>
        <p:spPr>
          <a:xfrm>
            <a:off x="12817642" y="7732295"/>
            <a:ext cx="1812758" cy="49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00889"/>
            <a:ext cx="1088886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Sxematik xaritalashning asosiy maqsadi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583656"/>
            <a:ext cx="4158734" cy="4244935"/>
          </a:xfrm>
          <a:prstGeom prst="roundRect">
            <a:avLst>
              <a:gd name="adj" fmla="val 241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659" y="2830592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BE49D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65" y="2987635"/>
            <a:ext cx="323136" cy="403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4659" y="3787973"/>
            <a:ext cx="366486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Murakkablikni soddalashtirish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84659" y="4635460"/>
            <a:ext cx="366486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Sxematik xaritalar murakkab geografik ma’lumotlarni (masalan, yer usti shakllari, geologik tuzilmalar) tushunarli va oson hazm qilinadigan shaklga keltiradi.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5773" y="2583656"/>
            <a:ext cx="4158734" cy="4244935"/>
          </a:xfrm>
          <a:prstGeom prst="roundRect">
            <a:avLst>
              <a:gd name="adj" fmla="val 241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2709" y="2830592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BE49D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115" y="2987635"/>
            <a:ext cx="323136" cy="4038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2709" y="3787973"/>
            <a:ext cx="349519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Muhim ob’ektlarga e’tibor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82709" y="4283512"/>
            <a:ext cx="3664863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Ular faqat muhim ob’ektlar va jarayonlarni belgilashga qaratilgan bo‘lib, keraksiz detallarni olib tashlaydi. Bu orqali xaritadan foydalanuvchining e'tibori asosiy ma'lumotlarga qaratiladi.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9633823" y="2583656"/>
            <a:ext cx="4158853" cy="4244935"/>
          </a:xfrm>
          <a:prstGeom prst="roundRect">
            <a:avLst>
              <a:gd name="adj" fmla="val 241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80759" y="2830592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BE49D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8164" y="2987635"/>
            <a:ext cx="323136" cy="4038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80759" y="3787973"/>
            <a:ext cx="341876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Tezkor qaror qabul qilish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80759" y="4283512"/>
            <a:ext cx="3664982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Soddalashtirilgan va vizual jihatdan aniq ma’lumotlar tezkor qaror qabul qilish jarayonini sezilarli darajada osonlashtiradi, ayniqsa krizis vaziyatlarda yoki rejalashtirishda.</a:t>
            </a:r>
            <a:endParaRPr lang="en-US" sz="18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1E0536A-676D-FE50-88AF-C657FE197572}"/>
              </a:ext>
            </a:extLst>
          </p:cNvPr>
          <p:cNvSpPr/>
          <p:nvPr/>
        </p:nvSpPr>
        <p:spPr>
          <a:xfrm>
            <a:off x="12817642" y="7732295"/>
            <a:ext cx="1812758" cy="49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98327"/>
            <a:ext cx="1002661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Ma’lumotlarni shartli belgilari nima?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76701"/>
            <a:ext cx="753939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Ma’lumotlarni shartli belgilari (legendalar) – bu xarita elementlarini ifodalovchi standartlashtirilgan grafik belgilar, ranglar, chiziq turlari va naqshlardir. Ular xarita mazmunini tushunish uchun kalit vazifasini o‘taydi.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541157"/>
            <a:ext cx="753939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Yo‘llar uchun qalin chiziqlar transport infratuzilmasini ko‘rsatadi.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007882"/>
            <a:ext cx="753939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Daryolar uchun ko‘k rang suv ob’ektlarini ifodalaydi.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474607"/>
            <a:ext cx="753939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Sanoat zonalari uchun maxsus ikonalar hududning funksional maqsadini aniqlaydi.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324356"/>
            <a:ext cx="753939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Turar-joy binolari uchun o'zgacha ranglar va shakllar qo'llaniladi.</a:t>
            </a:r>
            <a:endParaRPr lang="en-US" sz="1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621" y="2230517"/>
            <a:ext cx="4831556" cy="4831556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33EB75E-CC87-BD57-7801-5551023EEEDD}"/>
              </a:ext>
            </a:extLst>
          </p:cNvPr>
          <p:cNvSpPr/>
          <p:nvPr/>
        </p:nvSpPr>
        <p:spPr>
          <a:xfrm>
            <a:off x="12817642" y="7732295"/>
            <a:ext cx="1812758" cy="49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47919"/>
            <a:ext cx="1130950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Sxematik xaritalashda shartli belgilar roli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497" y="2593241"/>
            <a:ext cx="358973" cy="448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15559" y="263068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Vizual Ajratish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15559" y="3126224"/>
            <a:ext cx="554997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Shartli belgilar ma’lumotlarni vizual tarzda ajratib ko‘rsatishga yordam beradi. Har bir ob'ekt yoki hodisa o‘ziga xos vizual imzoga ega bo‘ladi.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516" y="2593241"/>
            <a:ext cx="358973" cy="448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42578" y="2630686"/>
            <a:ext cx="334863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Tezkor Ma’lumot Uzatish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242578" y="3126224"/>
            <a:ext cx="55500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Ular xarita foydalanuvchisiga tez va aniq ma’lumot yetkazish uchun juda muhimdir. Bir qarashda xarita mazmunini tushunish imkonini beradi.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497" y="4716601"/>
            <a:ext cx="358973" cy="448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15559" y="4754047"/>
            <a:ext cx="323326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Universal Tushunarlilik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15559" y="5249585"/>
            <a:ext cx="5549979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Belgilarning universal bo‘lishi turli hududlarda va turli foydalanuvchilar tomonidan osongina tushunilishini ta’minlaydi, bu esa xaritalarning globallashuviga yordam beradi.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516" y="4716601"/>
            <a:ext cx="358973" cy="448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42578" y="4754047"/>
            <a:ext cx="292477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Kamtarlik va Aniqilik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242578" y="5249585"/>
            <a:ext cx="55500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Shartli belgilar xaritadagi ma'lumotlarni kamtarin va aniq tasvirlashga imkon beradi, bu esa ortiqcha ma'lumotlar bilan xaritani to'ldirishning oldini oladi.</a:t>
            </a:r>
            <a:endParaRPr lang="en-US" sz="18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B2A3162-A2AD-79E2-0F30-C6FFF6E200DB}"/>
              </a:ext>
            </a:extLst>
          </p:cNvPr>
          <p:cNvSpPr/>
          <p:nvPr/>
        </p:nvSpPr>
        <p:spPr>
          <a:xfrm>
            <a:off x="12817642" y="7732295"/>
            <a:ext cx="1812758" cy="49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25761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Raqamlashtirish va sxematik xaritalashda texnologiyalar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212544"/>
            <a:ext cx="598408" cy="59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411015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GIS Dasturlari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4605695"/>
            <a:ext cx="4118848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ArcGIS, QGIS, MapInfo kabi kuchli GIS dasturlari raqamlashtirish, tahlil qilish va sxematik xaritalar yaratishning asosiy vositalaridir. Ular keng funksionallikni taklif etadi.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776" y="3212544"/>
            <a:ext cx="598408" cy="59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5776" y="4110157"/>
            <a:ext cx="291155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Ma’lumotlarni Yig‘ish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55776" y="4605695"/>
            <a:ext cx="411884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GPS qurilmalari, dronlar va sun’iy yo‘ldoshlar orqali masofadan zondlash (Remote Sensing) ma’lumotlarni yuqori aniqlikda yig‘ish imkonini beradi.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3828" y="3212544"/>
            <a:ext cx="598408" cy="598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3828" y="4110157"/>
            <a:ext cx="398776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Avtomatlashtirilgan Vositalar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3828" y="4605695"/>
            <a:ext cx="4118848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Zamonaviy texnologiyalar avtomatlashtirilgan sxematik xaritalash vositalarini yaratishga imkon beradi, bu esa jarayonni tezlashtiradi va inson omilidan kelib chiqadigan xatolarni kamaytiradi.</a:t>
            </a:r>
            <a:endParaRPr lang="en-US" sz="18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CA78C1D-54F7-2D5F-F768-1585B517428A}"/>
              </a:ext>
            </a:extLst>
          </p:cNvPr>
          <p:cNvSpPr/>
          <p:nvPr/>
        </p:nvSpPr>
        <p:spPr>
          <a:xfrm>
            <a:off x="12817642" y="7732295"/>
            <a:ext cx="1812758" cy="49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443" y="542449"/>
            <a:ext cx="11166396" cy="580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Amaliy misol: Shaharsozlikda sxematik xaritalash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0443" y="1596033"/>
            <a:ext cx="6384131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Shaharsozlikda sxematik xaritalash infratuzilma loyihalarini rejalashtirish, boshqarish va monitoring qilishda katta ahamiyatga ega.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0443" y="2404824"/>
            <a:ext cx="6384131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Shaharning mavjud infratuzilmasi (yo‘llar, kanalizatsiya, elektr tarmoqlari) sxematik xaritalar orqali aniq tasvirlanadi.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0443" y="3105031"/>
            <a:ext cx="6384131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Raqamlashtirish orqali yangi qurilish loyihalari, yer ajratish va urbanizatsiya jarayonlari samarali rejalashtiriladi.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0443" y="3805238"/>
            <a:ext cx="6384131" cy="946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Shartli belgilar yordamida favqulodda vaziyatlarda (suv toshqini, zilzila) evakuatsiya yo‘nalishlari va zararlangan hududlar tezkor aniqlanadi, bu esa tezkor harakat qilish imkonini beradi.</a:t>
            </a:r>
            <a:endParaRPr lang="en-US" sz="1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829" y="1155029"/>
            <a:ext cx="7074572" cy="70745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19557"/>
            <a:ext cx="974502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Sxematik xaritalashning afzalliklari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402324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7244" y="2402324"/>
            <a:ext cx="121920" cy="2184202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5" name="Text 3"/>
          <p:cNvSpPr/>
          <p:nvPr/>
        </p:nvSpPr>
        <p:spPr>
          <a:xfrm>
            <a:off x="1198959" y="2672120"/>
            <a:ext cx="336637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Tezkor va Aniq Ma’lumot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98959" y="3167658"/>
            <a:ext cx="57267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Sxematik xaritalar ma’lumotlarni o‘ta tezkor va aniq tarzda taqdim etadi, bu esa foydalanuvchilar uchun vaqtni tejashga yordam beradi.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434858" y="2402324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4378" y="2402324"/>
            <a:ext cx="121920" cy="2184202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9" name="Text 7"/>
          <p:cNvSpPr/>
          <p:nvPr/>
        </p:nvSpPr>
        <p:spPr>
          <a:xfrm>
            <a:off x="7796093" y="2672120"/>
            <a:ext cx="422993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Murakkablikni Soddalashtirish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96093" y="3167658"/>
            <a:ext cx="57267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Murakkab geografik tizimlarni va jarayonlarni soddalashtirilgan, tushunarli vizual formatga keltirib, ma'lumotni oson tushunishni ta'minlaydi.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837724" y="4825841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7244" y="4825841"/>
            <a:ext cx="121920" cy="2184202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13" name="Text 11"/>
          <p:cNvSpPr/>
          <p:nvPr/>
        </p:nvSpPr>
        <p:spPr>
          <a:xfrm>
            <a:off x="1198959" y="5095637"/>
            <a:ext cx="382178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Samarali Qaror Qabul Qilish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98959" y="5591175"/>
            <a:ext cx="57267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Vizualizatsiya qilingan aniq ma’lumotlar asosida qaror qabul qilish jarayonini sezilarli darajada samarali qiladi, bu esa resurslarni oqilona taqsimlashga yordam beradi.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7434858" y="4825841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4378" y="4825841"/>
            <a:ext cx="121920" cy="2184202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17" name="Text 15"/>
          <p:cNvSpPr/>
          <p:nvPr/>
        </p:nvSpPr>
        <p:spPr>
          <a:xfrm>
            <a:off x="7796093" y="5095637"/>
            <a:ext cx="338066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Qulaylik va Ommaboplik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96093" y="5591175"/>
            <a:ext cx="57267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Sxematik xaritalar o'zining soddaligi tufayli keng ommaga tushunarli bo'lib, turli sohalarda qulay vosita sifatida foydalaniladi.</a:t>
            </a:r>
            <a:endParaRPr lang="en-US" sz="18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E2894B2-0D7E-7254-5426-83E1869B4032}"/>
              </a:ext>
            </a:extLst>
          </p:cNvPr>
          <p:cNvSpPr/>
          <p:nvPr/>
        </p:nvSpPr>
        <p:spPr>
          <a:xfrm>
            <a:off x="12817642" y="7732295"/>
            <a:ext cx="1812758" cy="49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000244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Xulosa: Geoaxborot texnologiyalarida sxematik xaritalashning kelajagi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683097" y="3740468"/>
            <a:ext cx="710957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Raqamlashtirish va avtomatlashtirishning jadal rivojlanishi bilan GAT sohasida sxematik xaritalashning ahamiyati tobora ortib bormoqda.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83097" y="4775716"/>
            <a:ext cx="710957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Kelajakda sun’iy intellekt (AI) va mashinaviy o‘rganish algoritmlari yordamida shartli belgilarni avtomatik aniqlash va xaritalarni yanada aqlli tarzda yaratish imkoniyatlari kengayadi.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83097" y="6193988"/>
            <a:ext cx="710957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 esa keng ko‘lamli ma’lumotlarni yanada samarali boshqarish, tahlil qilish va taqdim etish uchun yangi, inqilobiy imkoniyatlar yaratadi.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324124" y="3471267"/>
            <a:ext cx="30480" cy="375797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76E8339-D822-3379-7C27-E524E28B67F0}"/>
              </a:ext>
            </a:extLst>
          </p:cNvPr>
          <p:cNvSpPr/>
          <p:nvPr/>
        </p:nvSpPr>
        <p:spPr>
          <a:xfrm>
            <a:off x="12817642" y="7732295"/>
            <a:ext cx="1812758" cy="49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</Words>
  <Application>Microsoft Office PowerPoint</Application>
  <PresentationFormat>Произвольный</PresentationFormat>
  <Paragraphs>69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Source Serif 4 Semi Bold</vt:lpstr>
      <vt:lpstr>Source Sans 3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Azizbek</cp:lastModifiedBy>
  <cp:revision>2</cp:revision>
  <dcterms:created xsi:type="dcterms:W3CDTF">2025-10-05T04:47:40Z</dcterms:created>
  <dcterms:modified xsi:type="dcterms:W3CDTF">2025-10-05T16:07:15Z</dcterms:modified>
</cp:coreProperties>
</file>